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10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175CF-9B15-4387-AA81-63C4043B9B32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EB403-C1A9-4A1C-A0E0-55EBD17F31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0203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175CF-9B15-4387-AA81-63C4043B9B32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EB403-C1A9-4A1C-A0E0-55EBD17F31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7162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175CF-9B15-4387-AA81-63C4043B9B32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EB403-C1A9-4A1C-A0E0-55EBD17F31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6162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175CF-9B15-4387-AA81-63C4043B9B32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EB403-C1A9-4A1C-A0E0-55EBD17F31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3542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175CF-9B15-4387-AA81-63C4043B9B32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EB403-C1A9-4A1C-A0E0-55EBD17F31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9645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175CF-9B15-4387-AA81-63C4043B9B32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EB403-C1A9-4A1C-A0E0-55EBD17F31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6866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175CF-9B15-4387-AA81-63C4043B9B32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EB403-C1A9-4A1C-A0E0-55EBD17F31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0775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175CF-9B15-4387-AA81-63C4043B9B32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EB403-C1A9-4A1C-A0E0-55EBD17F31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4682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175CF-9B15-4387-AA81-63C4043B9B32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EB403-C1A9-4A1C-A0E0-55EBD17F31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4199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175CF-9B15-4387-AA81-63C4043B9B32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EB403-C1A9-4A1C-A0E0-55EBD17F31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4446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175CF-9B15-4387-AA81-63C4043B9B32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EB403-C1A9-4A1C-A0E0-55EBD17F3194}" type="slidenum">
              <a:rPr lang="fr-FR" smtClean="0"/>
              <a:t>‹N°›</a:t>
            </a:fld>
            <a:endParaRPr lang="fr-F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92993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175CF-9B15-4387-AA81-63C4043B9B32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EB403-C1A9-4A1C-A0E0-55EBD17F31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6211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175CF-9B15-4387-AA81-63C4043B9B32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EB403-C1A9-4A1C-A0E0-55EBD17F3194}" type="slidenum">
              <a:rPr lang="fr-FR" smtClean="0"/>
              <a:t>‹N°›</a:t>
            </a:fld>
            <a:endParaRPr lang="fr-F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275104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175CF-9B15-4387-AA81-63C4043B9B32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EB403-C1A9-4A1C-A0E0-55EBD17F31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52972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175CF-9B15-4387-AA81-63C4043B9B32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EB403-C1A9-4A1C-A0E0-55EBD17F31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40036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175CF-9B15-4387-AA81-63C4043B9B32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EB403-C1A9-4A1C-A0E0-55EBD17F31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4584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175CF-9B15-4387-AA81-63C4043B9B32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FDEB403-C1A9-4A1C-A0E0-55EBD17F31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1431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E9D32D-785C-BA44-EC71-E3D3884976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solidFill>
                  <a:srgbClr val="002060"/>
                </a:solidFill>
              </a:rPr>
              <a:t>Rapport Succinct-Analyses des pannes réseau(RDC)</a:t>
            </a:r>
          </a:p>
        </p:txBody>
      </p:sp>
    </p:spTree>
    <p:extLst>
      <p:ext uri="{BB962C8B-B14F-4D97-AF65-F5344CB8AC3E}">
        <p14:creationId xmlns:p14="http://schemas.microsoft.com/office/powerpoint/2010/main" val="2625252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4C40FE-5EAE-E680-77C0-83258E075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 </a:t>
            </a:r>
            <a:r>
              <a:rPr lang="fr-FR" b="1" dirty="0"/>
              <a:t>Objectif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483FAA-AE72-27EA-CB23-C66A97C7F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9315" y="2495227"/>
            <a:ext cx="9035512" cy="36817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Ce projet vise à analyser les pannes réseau en République démocratique du </a:t>
            </a:r>
            <a:r>
              <a:rPr lang="fr-FR" sz="2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congo</a:t>
            </a:r>
            <a:r>
              <a:rPr lang="fr-FR" sz="2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afin d’identifier les zones les plus critique, mesurer l’impact financier et comprendre les facteurs influençant la qualité de service</a:t>
            </a:r>
          </a:p>
        </p:txBody>
      </p:sp>
    </p:spTree>
    <p:extLst>
      <p:ext uri="{BB962C8B-B14F-4D97-AF65-F5344CB8AC3E}">
        <p14:creationId xmlns:p14="http://schemas.microsoft.com/office/powerpoint/2010/main" val="3954794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34E93E-7734-DA6F-41E1-CED60486D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 </a:t>
            </a:r>
            <a:r>
              <a:rPr lang="fr-FR" b="1" dirty="0"/>
              <a:t>Méthodologie</a:t>
            </a:r>
            <a:r>
              <a:rPr lang="fr-FR" dirty="0"/>
              <a:t>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476C3F-38C7-FFD6-09E9-C1B969116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13303"/>
            <a:ext cx="8596668" cy="42280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Les données ont été nettoyées et préparées à l’aide d’Excel et power </a:t>
            </a:r>
            <a:r>
              <a:rPr lang="fr-FR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Query</a:t>
            </a:r>
            <a:r>
              <a:rPr lang="fr-F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Une base unifiée a été construite en combinant les informations issues des logs réseau et des données clients.</a:t>
            </a:r>
          </a:p>
          <a:p>
            <a:pPr marL="0" indent="0">
              <a:buNone/>
            </a:pPr>
            <a:endParaRPr lang="fr-FR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fr-F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Certaines données manquantes ( Province, technologie, coordonnées GPS) ont été conservées et catégorisées comme « Non répertorié » afin de garantir la transparence de l’analyse.</a:t>
            </a:r>
          </a:p>
          <a:p>
            <a:pPr marL="0" indent="0">
              <a:buNone/>
            </a:pPr>
            <a:endParaRPr lang="fr-FR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5819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4F90B2-AF1A-03B0-E70F-614E72E4B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650929"/>
            <a:ext cx="8596668" cy="5390433"/>
          </a:xfrm>
        </p:spPr>
        <p:txBody>
          <a:bodyPr/>
          <a:lstStyle/>
          <a:p>
            <a:pPr marL="0" indent="0">
              <a:buNone/>
            </a:pPr>
            <a:r>
              <a:rPr lang="fr-F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Le </a:t>
            </a:r>
            <a:r>
              <a:rPr lang="fr-FR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dashboard</a:t>
            </a:r>
            <a:r>
              <a:rPr lang="fr-F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 été réalisé sur Power BI avec:</a:t>
            </a:r>
          </a:p>
          <a:p>
            <a:pPr>
              <a:buFontTx/>
              <a:buChar char="-"/>
            </a:pPr>
            <a:r>
              <a:rPr lang="fr-F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Une carte géographique</a:t>
            </a:r>
          </a:p>
          <a:p>
            <a:pPr>
              <a:buFontTx/>
              <a:buChar char="-"/>
            </a:pPr>
            <a:r>
              <a:rPr lang="fr-F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Des indicateurs financiers </a:t>
            </a:r>
          </a:p>
          <a:p>
            <a:pPr>
              <a:buFontTx/>
              <a:buChar char="-"/>
            </a:pPr>
            <a:r>
              <a:rPr lang="fr-F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Des graphiques par technologie et par région</a:t>
            </a:r>
          </a:p>
          <a:p>
            <a:pPr>
              <a:buFontTx/>
              <a:buChar char="-"/>
            </a:pPr>
            <a:r>
              <a:rPr lang="fr-F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Des filtres interactifs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02089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0ABF23-1238-AEB1-B536-8D28D86D3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/>
              <a:t>Résultats principaux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74CA20-DEB1-0D90-224E-AF8C3494A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110962"/>
          </a:xfrm>
        </p:spPr>
        <p:txBody>
          <a:bodyPr>
            <a:noAutofit/>
          </a:bodyPr>
          <a:lstStyle/>
          <a:p>
            <a:r>
              <a:rPr lang="fr-FR" sz="2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Les pannes ne sont pas réparties de manière uniforme sur le territoire</a:t>
            </a:r>
          </a:p>
          <a:p>
            <a:r>
              <a:rPr lang="fr-FR" sz="2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Certaines provinces concentrent une grande partie des interruptions de service.</a:t>
            </a:r>
          </a:p>
          <a:p>
            <a:r>
              <a:rPr lang="fr-FR" sz="2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L’impact financier global des remises accordées aux clients est significatif.</a:t>
            </a:r>
          </a:p>
          <a:p>
            <a:r>
              <a:rPr lang="fr-FR" sz="2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Certaines technologies sont plus affectées que d’autres, ce qui influence directement l’expérience client. </a:t>
            </a:r>
          </a:p>
        </p:txBody>
      </p:sp>
    </p:spTree>
    <p:extLst>
      <p:ext uri="{BB962C8B-B14F-4D97-AF65-F5344CB8AC3E}">
        <p14:creationId xmlns:p14="http://schemas.microsoft.com/office/powerpoint/2010/main" val="272887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E70238-2F79-F664-38E1-C3CC5D557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Top 3 des </a:t>
            </a:r>
            <a:r>
              <a:rPr lang="fr-FR" b="1" dirty="0"/>
              <a:t>régions</a:t>
            </a:r>
            <a:r>
              <a:rPr lang="fr-FR" dirty="0"/>
              <a:t> les plus critiques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1D7E66-F556-1C36-2081-E0649F949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248" y="1658318"/>
            <a:ext cx="8596668" cy="43520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Les régions les plus impactées sont celles présentant:</a:t>
            </a:r>
          </a:p>
          <a:p>
            <a:r>
              <a:rPr lang="fr-F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Une forte durée cumulée de panne </a:t>
            </a:r>
          </a:p>
          <a:p>
            <a:r>
              <a:rPr lang="fr-F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Une concentration élevée d’incident</a:t>
            </a:r>
            <a:r>
              <a:rPr lang="fr-FR" dirty="0"/>
              <a:t>s</a:t>
            </a:r>
          </a:p>
          <a:p>
            <a:pPr marL="0" indent="0">
              <a:buNone/>
            </a:pPr>
            <a:r>
              <a:rPr lang="fr-FR" b="1" i="1" u="sng" dirty="0"/>
              <a:t>REGION CONCERNER :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Kongo centrale (3642 Min)</a:t>
            </a:r>
          </a:p>
          <a:p>
            <a:pPr marL="0" indent="0">
              <a:buNone/>
            </a:pPr>
            <a:r>
              <a:rPr lang="fr-FR" dirty="0" err="1">
                <a:solidFill>
                  <a:srgbClr val="FFC000"/>
                </a:solidFill>
              </a:rPr>
              <a:t>Sud-kivu</a:t>
            </a:r>
            <a:r>
              <a:rPr lang="fr-FR" dirty="0">
                <a:solidFill>
                  <a:srgbClr val="FFC000"/>
                </a:solidFill>
              </a:rPr>
              <a:t> (3635 Min)</a:t>
            </a:r>
          </a:p>
          <a:p>
            <a:pPr marL="0" indent="0">
              <a:buNone/>
            </a:pPr>
            <a:r>
              <a:rPr lang="fr-FR" dirty="0" err="1">
                <a:solidFill>
                  <a:schemeClr val="accent2">
                    <a:lumMod val="75000"/>
                  </a:schemeClr>
                </a:solidFill>
              </a:rPr>
              <a:t>Nord-kivu</a:t>
            </a: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 (3622 Min)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Ces régions nécessitent une attention prioritaire pour améliorer la qualité du réseau.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20864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374D50-AE7E-ECC3-CDF8-974BE5F7F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/>
              <a:t>Recommandations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579E0C-43FF-FF3C-D44C-CA6A19198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04815"/>
            <a:ext cx="8596668" cy="4336548"/>
          </a:xfrm>
        </p:spPr>
        <p:txBody>
          <a:bodyPr>
            <a:normAutofit/>
          </a:bodyPr>
          <a:lstStyle/>
          <a:p>
            <a:r>
              <a:rPr lang="fr-FR" sz="2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Prioriser la maintenance dans les zones les plus touchées</a:t>
            </a:r>
          </a:p>
          <a:p>
            <a:r>
              <a:rPr lang="fr-FR" sz="2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Renforcer les infrastructures dans les régions critiques</a:t>
            </a:r>
          </a:p>
          <a:p>
            <a:r>
              <a:rPr lang="fr-FR" sz="2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Optimiser les technologies les moins performantes</a:t>
            </a:r>
          </a:p>
          <a:p>
            <a:r>
              <a:rPr lang="fr-FR" sz="2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Améliorer la qualité des données (notamment GPS et classifications)</a:t>
            </a:r>
          </a:p>
          <a:p>
            <a:r>
              <a:rPr lang="fr-FR" sz="2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Mettre en place un suivi en temps réel via power BI pour anticiper les pannes </a:t>
            </a:r>
          </a:p>
        </p:txBody>
      </p:sp>
    </p:spTree>
    <p:extLst>
      <p:ext uri="{BB962C8B-B14F-4D97-AF65-F5344CB8AC3E}">
        <p14:creationId xmlns:p14="http://schemas.microsoft.com/office/powerpoint/2010/main" val="1457191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E9B32F-C04B-AC37-372A-EEA97E79B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485"/>
            <a:ext cx="10515600" cy="960895"/>
          </a:xfrm>
        </p:spPr>
        <p:txBody>
          <a:bodyPr/>
          <a:lstStyle/>
          <a:p>
            <a:pPr algn="ctr"/>
            <a:r>
              <a:rPr lang="fr-FR" b="1" dirty="0"/>
              <a:t>Conclusion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63B257EF-FEA0-E1B5-31A4-AA9F64231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5166" y="1270861"/>
            <a:ext cx="4060556" cy="49061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Le </a:t>
            </a:r>
            <a:r>
              <a:rPr lang="fr-FR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dashboard</a:t>
            </a:r>
            <a:r>
              <a:rPr lang="fr-F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permet d’identifier rapidement les zones critiques, d’analyser l’impact financier des pannes et de faciliter la prise de décision.</a:t>
            </a:r>
          </a:p>
          <a:p>
            <a:pPr marL="0" indent="0">
              <a:buNone/>
            </a:pPr>
            <a:r>
              <a:rPr lang="fr-F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Il constitue un outil d’aide à la décision pour améliorer la performance de réseau et la satisfaction client.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CDA2BD28-67F6-09AB-2371-FE9D6B4893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04272"/>
            <a:ext cx="7625166" cy="47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00339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</TotalTime>
  <Words>334</Words>
  <Application>Microsoft Office PowerPoint</Application>
  <PresentationFormat>Grand écran</PresentationFormat>
  <Paragraphs>36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Facette</vt:lpstr>
      <vt:lpstr>Rapport Succinct-Analyses des pannes réseau(RDC)</vt:lpstr>
      <vt:lpstr> Objectif</vt:lpstr>
      <vt:lpstr> Méthodologie </vt:lpstr>
      <vt:lpstr>Présentation PowerPoint</vt:lpstr>
      <vt:lpstr>Résultats principaux</vt:lpstr>
      <vt:lpstr>Top 3 des régions les plus critiques</vt:lpstr>
      <vt:lpstr>Recommandations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</cp:revision>
  <dcterms:created xsi:type="dcterms:W3CDTF">2026-04-02T12:52:59Z</dcterms:created>
  <dcterms:modified xsi:type="dcterms:W3CDTF">2026-04-02T12:59:12Z</dcterms:modified>
</cp:coreProperties>
</file>